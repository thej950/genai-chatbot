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94C5-C9BA-216E-D7B4-99B0D30F0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0ABE5-A6FA-1D73-1083-AD96C1085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C9146-0E90-37AE-84B9-D227582D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5DEC-3485-CF9F-6BAE-3EE1C4B5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D441F-651C-1177-22A2-CE2D555B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49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DA1F-4356-52EA-5DC3-D1FF40A5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65094-14C0-B7B3-1973-E5FEE87B0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0CED-D770-BC70-6DF1-5F7C690A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AEBF0-FD96-84BD-3E1F-50027AB0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825EF-9086-03C2-ED71-2B5F140C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24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8FEA-7786-B395-5CEC-2A1E55135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3AE8C-68F5-F28A-6240-C66DE9BDF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345C1-DBAE-EB0D-497F-654CC87FB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9D2C-24CF-F331-54A1-E53DA80F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A6E44-CE52-1B7F-0BC9-93ECC1DC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99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9C6A-0EB2-E952-2E00-84DB4E71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5F18C-0D39-34CD-224A-6859B6BFD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841EE-87DD-8B07-DC7F-98E4892CC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C98C0-4C28-C27A-0EA0-A4EA1B4F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67DEB-3156-B3CE-F69F-9D2230FA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4FE98-874D-BABA-1263-3B13FAEA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7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15B1-A876-0B7F-C5B9-992BA220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8E87E-93CD-0FE3-9F2D-BC6A6E776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03F3B-A7FF-E905-3FCB-139EF4CA8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912BBE-EFAB-5853-1D1C-72A18AD4F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D43C1-19C3-B28A-CB4B-9FBEFFE9A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46F736-280A-C64A-E963-35D44D09C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B3A40-14C8-66EA-0AFE-9B1ACE8E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0E23A-44CE-EBCC-A5DB-7A21AD65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91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6B01-7092-A8C9-34CC-EA22D76B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D71E2-86A1-B718-6E59-518E6CF2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F6B5E-B9A9-DCA4-0AEC-7E2191DB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563A1-2E61-AFAC-B90B-2DBBB0F2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00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CFBC5-2F4A-E5A8-95F6-ADF4ABD5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4DE2F-EECE-72B9-B878-E0F34B44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DB368-4F94-ECA7-41BD-9F44732E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34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9B1D-51B7-6444-D015-5931BA15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24C6-928C-1154-05B0-E850C954F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FBA16-F823-76A6-C356-606BC35B0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679F2-F2E0-3949-1741-67F076BF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402C5-E80B-4B3A-8679-52089AAA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2BCC-CC1D-A621-EDA8-E0EAD8EF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43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7416-E63C-7E65-0011-973BCEC6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CA218-87DA-10E6-9917-FC6F65BF4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43846-DAC9-E239-E1E8-1815850C7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C909-A092-7AA3-5493-B6BEED8C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14783-B1F0-84A5-9AB6-19C67C25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8CC17-DBE1-AE2E-301D-F2425914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0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ED44-34DD-A4A4-7745-EFD3650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AEB58-649E-5051-6434-F18DB8743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09D84-54BD-0FE3-78CF-80A0A1F3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BB3F-236E-51BD-9EC6-70BA0130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E7A90-EEF8-17A1-B529-3ED2CC6B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F193E-9CDB-8460-927E-5A8F04948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5C52B-554A-B266-315D-3A6F87B00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1A060-0D7C-2945-866C-CEC55017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7E5F-A514-6E81-33EE-98C84546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666FA-772A-BB36-20C6-4CA251A4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61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2E6A8-194A-B48E-2296-B7E0B35E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73AF-5CB8-F59E-1E50-6C2333EF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1A311-F771-6A46-169F-CBF319589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B744D-60FA-4577-8DED-084DA940531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903E1-B285-652F-96AC-B98D8346A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92EEB-FBDF-7BE0-2992-8D5120F71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5B8C3-0985-4AF3-89D4-3BC9F5950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CC1F81-3E95-326B-B8FC-645E455E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599554-E679-7B5D-E0D1-109E6950D6FE}"/>
              </a:ext>
            </a:extLst>
          </p:cNvPr>
          <p:cNvSpPr txBox="1"/>
          <p:nvPr/>
        </p:nvSpPr>
        <p:spPr>
          <a:xfrm>
            <a:off x="142875" y="671513"/>
            <a:ext cx="30718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is a GenAI Document Chatbot built using Python, </a:t>
            </a:r>
            <a:r>
              <a:rPr lang="en-IN" dirty="0" err="1"/>
              <a:t>FastAPI</a:t>
            </a:r>
            <a:r>
              <a:rPr lang="en-IN" dirty="0"/>
              <a:t>, Amazon Bedrock, and Amazon S3.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Users can upload documents, and the chatbot answers questions based on the uploaded content using a Retrieval-Augmented Generation (RAG) pipeline.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73AD6-B151-5641-A6D2-FBECEA66A7CC}"/>
              </a:ext>
            </a:extLst>
          </p:cNvPr>
          <p:cNvSpPr txBox="1"/>
          <p:nvPr/>
        </p:nvSpPr>
        <p:spPr>
          <a:xfrm>
            <a:off x="285751" y="257175"/>
            <a:ext cx="1173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chemeClr val="accent6"/>
                </a:solidFill>
              </a:rPr>
              <a:t>GenAI Document Chatbot</a:t>
            </a:r>
            <a:endParaRPr lang="en-IN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8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602F-0CE2-AF81-DFA6-310A8D4E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8D0011-3C39-0DD7-E178-D262998A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973"/>
            <a:ext cx="12192000" cy="67450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28411-62AB-5BB4-AA73-7765CE09CCBD}"/>
              </a:ext>
            </a:extLst>
          </p:cNvPr>
          <p:cNvSpPr txBox="1"/>
          <p:nvPr/>
        </p:nvSpPr>
        <p:spPr>
          <a:xfrm>
            <a:off x="371476" y="642938"/>
            <a:ext cx="58721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Setup</a:t>
            </a:r>
          </a:p>
          <a:p>
            <a:r>
              <a:rPr lang="en-IN" dirty="0"/>
              <a:t>Create and activate a virtual environment:</a:t>
            </a:r>
          </a:p>
          <a:p>
            <a:pPr lvl="1"/>
            <a:r>
              <a:rPr lang="en-IN" dirty="0"/>
              <a:t>python -m </a:t>
            </a:r>
            <a:r>
              <a:rPr lang="en-IN" dirty="0" err="1"/>
              <a:t>venv</a:t>
            </a:r>
            <a:r>
              <a:rPr lang="en-IN" dirty="0"/>
              <a:t> .</a:t>
            </a:r>
            <a:r>
              <a:rPr lang="en-IN" dirty="0" err="1"/>
              <a:t>venv</a:t>
            </a:r>
            <a:endParaRPr lang="en-IN" dirty="0"/>
          </a:p>
          <a:p>
            <a:pPr lvl="1"/>
            <a:r>
              <a:rPr lang="en-IN" dirty="0"/>
              <a:t>.</a:t>
            </a:r>
            <a:r>
              <a:rPr lang="en-IN" dirty="0" err="1"/>
              <a:t>venv</a:t>
            </a:r>
            <a:r>
              <a:rPr lang="en-IN" dirty="0"/>
              <a:t>\Scripts\activate</a:t>
            </a:r>
          </a:p>
          <a:p>
            <a:endParaRPr lang="en-IN" b="1" dirty="0"/>
          </a:p>
          <a:p>
            <a:r>
              <a:rPr lang="en-IN" b="1" dirty="0"/>
              <a:t>Install Packages</a:t>
            </a:r>
          </a:p>
          <a:p>
            <a:r>
              <a:rPr lang="en-IN" dirty="0"/>
              <a:t>pip install </a:t>
            </a:r>
            <a:r>
              <a:rPr lang="en-IN" dirty="0" err="1"/>
              <a:t>fastapi</a:t>
            </a:r>
            <a:r>
              <a:rPr lang="en-IN" dirty="0"/>
              <a:t> </a:t>
            </a:r>
            <a:r>
              <a:rPr lang="en-IN" dirty="0" err="1"/>
              <a:t>uvicorn</a:t>
            </a:r>
            <a:r>
              <a:rPr lang="en-IN" dirty="0"/>
              <a:t> boto3 python-</a:t>
            </a:r>
            <a:r>
              <a:rPr lang="en-IN" dirty="0" err="1"/>
              <a:t>dotenv</a:t>
            </a:r>
            <a:endParaRPr lang="en-IN" dirty="0"/>
          </a:p>
          <a:p>
            <a:r>
              <a:rPr lang="en-IN" dirty="0"/>
              <a:t>pip freeze &gt; requirements.txt</a:t>
            </a:r>
          </a:p>
          <a:p>
            <a:endParaRPr lang="en-IN" dirty="0"/>
          </a:p>
          <a:p>
            <a:r>
              <a:rPr lang="en-IN" dirty="0"/>
              <a:t>Create a .env file in the project root with the following values:</a:t>
            </a:r>
          </a:p>
          <a:p>
            <a:r>
              <a:rPr lang="en-IN" dirty="0"/>
              <a:t>   AWS_REGION=your-</a:t>
            </a:r>
            <a:r>
              <a:rPr lang="en-IN" dirty="0" err="1"/>
              <a:t>aws</a:t>
            </a:r>
            <a:r>
              <a:rPr lang="en-IN" dirty="0"/>
              <a:t>-region</a:t>
            </a:r>
          </a:p>
          <a:p>
            <a:r>
              <a:rPr lang="en-IN" dirty="0"/>
              <a:t>   MODEL_ID=your-bedrock-model-id</a:t>
            </a:r>
          </a:p>
          <a:p>
            <a:r>
              <a:rPr lang="en-IN" dirty="0"/>
              <a:t>   USE_MOCK=true</a:t>
            </a:r>
          </a:p>
          <a:p>
            <a:r>
              <a:rPr lang="en-IN" dirty="0"/>
              <a:t>   S3_BUCKET=your-s3-bucket-name</a:t>
            </a:r>
          </a:p>
          <a:p>
            <a:endParaRPr lang="en-IN" dirty="0"/>
          </a:p>
          <a:p>
            <a:r>
              <a:rPr lang="en-IN" b="1" dirty="0"/>
              <a:t>Run the application  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C694B-97F2-6A5E-A26B-FD65839F23DF}"/>
              </a:ext>
            </a:extLst>
          </p:cNvPr>
          <p:cNvSpPr txBox="1"/>
          <p:nvPr/>
        </p:nvSpPr>
        <p:spPr>
          <a:xfrm>
            <a:off x="7186613" y="357189"/>
            <a:ext cx="422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2B62A-DA86-2D96-3D88-3E4935E70846}"/>
              </a:ext>
            </a:extLst>
          </p:cNvPr>
          <p:cNvSpPr txBox="1"/>
          <p:nvPr/>
        </p:nvSpPr>
        <p:spPr>
          <a:xfrm>
            <a:off x="7029451" y="1014413"/>
            <a:ext cx="479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b="1" dirty="0"/>
              <a:t>Swagger UI:</a:t>
            </a:r>
          </a:p>
          <a:p>
            <a:r>
              <a:rPr lang="en-IN" dirty="0"/>
              <a:t>http://127.0.0.1:8000/docs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6AC24-23A5-2F12-1C5C-088F05A86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031" y="4129088"/>
            <a:ext cx="4386262" cy="245745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6A0B8E5-D482-BF9B-3B57-969E690EE0D3}"/>
              </a:ext>
            </a:extLst>
          </p:cNvPr>
          <p:cNvSpPr/>
          <p:nvPr/>
        </p:nvSpPr>
        <p:spPr>
          <a:xfrm>
            <a:off x="5500688" y="5629275"/>
            <a:ext cx="978408" cy="585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32BF03-701B-61A5-780A-F4C36420589E}"/>
              </a:ext>
            </a:extLst>
          </p:cNvPr>
          <p:cNvSpPr/>
          <p:nvPr/>
        </p:nvSpPr>
        <p:spPr>
          <a:xfrm>
            <a:off x="371476" y="5572125"/>
            <a:ext cx="4712494" cy="78581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app.main:app</a:t>
            </a:r>
            <a:r>
              <a:rPr lang="en-US" dirty="0"/>
              <a:t> --reload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74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F000FD-E537-DC35-8FE4-652CD9B4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5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A3F4F8-68FE-FEC0-90DC-97590995FE2B}"/>
              </a:ext>
            </a:extLst>
          </p:cNvPr>
          <p:cNvSpPr txBox="1"/>
          <p:nvPr/>
        </p:nvSpPr>
        <p:spPr>
          <a:xfrm>
            <a:off x="314325" y="485775"/>
            <a:ext cx="1158716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the Project Works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1. Upload to S3</a:t>
            </a:r>
            <a:endParaRPr lang="en-IN" dirty="0"/>
          </a:p>
          <a:p>
            <a:r>
              <a:rPr lang="en-IN" dirty="0"/>
              <a:t>The /upload endpoint receives a file from the user and forwards it to the S3 service layer.</a:t>
            </a:r>
          </a:p>
          <a:p>
            <a:r>
              <a:rPr lang="en-IN" dirty="0"/>
              <a:t>Implementation details: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app/api/upload.py exposes the upload endpoint.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app/services/s3.py uses boto3.client("s3") to upload the file object into the configured bucket.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-he response includes a success message and the uploaded file name.</a:t>
            </a:r>
          </a:p>
          <a:p>
            <a:endParaRPr lang="en-IN" b="1" dirty="0"/>
          </a:p>
          <a:p>
            <a:r>
              <a:rPr lang="en-IN" b="1" dirty="0"/>
              <a:t>2. Document Processing for RAG</a:t>
            </a:r>
            <a:endParaRPr lang="en-IN" dirty="0"/>
          </a:p>
          <a:p>
            <a:r>
              <a:rPr lang="en-IN" dirty="0"/>
              <a:t>When a PDF is uploaded, the application uses a standard RAG pipeline:</a:t>
            </a:r>
          </a:p>
          <a:p>
            <a:r>
              <a:rPr lang="en-IN" dirty="0"/>
              <a:t>1. Extract text from the PDF using </a:t>
            </a:r>
            <a:r>
              <a:rPr lang="en-IN" dirty="0" err="1"/>
              <a:t>pypdf</a:t>
            </a:r>
            <a:r>
              <a:rPr lang="en-IN" dirty="0"/>
              <a:t>.</a:t>
            </a:r>
          </a:p>
          <a:p>
            <a:r>
              <a:rPr lang="en-IN" dirty="0"/>
              <a:t>2. Split the text into overlapping chunks.</a:t>
            </a:r>
          </a:p>
          <a:p>
            <a:r>
              <a:rPr lang="en-IN" dirty="0"/>
              <a:t>3. Convert each chunk into an embedding using `</a:t>
            </a:r>
            <a:r>
              <a:rPr lang="en-IN" dirty="0" err="1"/>
              <a:t>SentenceTransformer</a:t>
            </a:r>
            <a:r>
              <a:rPr lang="en-IN" dirty="0"/>
              <a:t>`.</a:t>
            </a:r>
          </a:p>
          <a:p>
            <a:r>
              <a:rPr lang="en-IN" dirty="0"/>
              <a:t>4. Store the embeddings in a FAISS vector index.</a:t>
            </a:r>
          </a:p>
          <a:p>
            <a:r>
              <a:rPr lang="en-IN" dirty="0"/>
              <a:t>The main processing services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app/services/parser.py for PDF text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app/services/chunker.py for text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app/services/embeddings.py for embedding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app/services/vector_store.py for FAISS vector storage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3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3F10-5AB7-E19E-2978-5D5311BB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455EDB-3C74-FCCE-F75A-55A77A1AA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50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3C1B5-7F60-A78E-025D-03BB088568B7}"/>
              </a:ext>
            </a:extLst>
          </p:cNvPr>
          <p:cNvSpPr txBox="1"/>
          <p:nvPr/>
        </p:nvSpPr>
        <p:spPr>
          <a:xfrm>
            <a:off x="457200" y="628650"/>
            <a:ext cx="11087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3. Retrieval Step</a:t>
            </a:r>
            <a:endParaRPr lang="en-IN"/>
          </a:p>
          <a:p>
            <a:endParaRPr lang="en-IN"/>
          </a:p>
          <a:p>
            <a:r>
              <a:rPr lang="en-IN"/>
              <a:t>The  /chat endpoint receives the user's question and sends it through the retrieval flow:</a:t>
            </a:r>
          </a:p>
          <a:p>
            <a:pPr lvl="1"/>
            <a:r>
              <a:rPr lang="en-IN"/>
              <a:t>1. The question is converted into an embedding.</a:t>
            </a:r>
          </a:p>
          <a:p>
            <a:pPr lvl="1"/>
            <a:r>
              <a:rPr lang="en-IN"/>
              <a:t>2. The vector store searches for the most relevant document chunks.</a:t>
            </a:r>
          </a:p>
          <a:p>
            <a:pPr lvl="1"/>
            <a:r>
              <a:rPr lang="en-IN"/>
              <a:t>3. The retrieved chunks are returned as context.</a:t>
            </a:r>
          </a:p>
          <a:p>
            <a:endParaRPr lang="en-IN"/>
          </a:p>
          <a:p>
            <a:r>
              <a:rPr lang="en-IN"/>
              <a:t>This is handled by:</a:t>
            </a:r>
          </a:p>
          <a:p>
            <a:pPr lvl="1"/>
            <a:r>
              <a:rPr lang="en-IN"/>
              <a:t>app/api/chat.py</a:t>
            </a:r>
          </a:p>
          <a:p>
            <a:pPr lvl="1"/>
            <a:r>
              <a:rPr lang="en-IN"/>
              <a:t>app/services/retriever.py</a:t>
            </a:r>
          </a:p>
          <a:p>
            <a:endParaRPr lang="en-IN" b="1"/>
          </a:p>
          <a:p>
            <a:r>
              <a:rPr lang="en-IN" b="1"/>
              <a:t>4. Bedrock Integration</a:t>
            </a:r>
            <a:endParaRPr lang="en-IN"/>
          </a:p>
          <a:p>
            <a:r>
              <a:rPr lang="en-IN"/>
              <a:t>The retrieved context is combined with the question into a prompt, and that prompt is sent to Amazon Bedrock.</a:t>
            </a:r>
          </a:p>
          <a:p>
            <a:r>
              <a:rPr lang="en-IN"/>
              <a:t>Implementation details: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app/services/prompt_builder.py builds the RAG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app/services/bedrock.py creates a Bedrock runtime client and calls client.converse(...) when  USE_MOCK=false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if USE_MOCK=true, the project returns a mock response instead of making a real Bedrock call.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63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075B-0102-2E34-E261-380C7EF9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2AE554-34BA-58EF-F34C-01100F19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50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3048EC-59E7-1D8B-0A17-C8F4367AB8E5}"/>
              </a:ext>
            </a:extLst>
          </p:cNvPr>
          <p:cNvSpPr txBox="1"/>
          <p:nvPr/>
        </p:nvSpPr>
        <p:spPr>
          <a:xfrm>
            <a:off x="385763" y="557213"/>
            <a:ext cx="111871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5. End-to-End RAG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uploads a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Document is stored in S3.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 is parsed, chunked, embedded, and indexed.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user asks a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retrieves the most relevant chunks.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prompt is created with the retrieved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Amazon Bedrock generates the final answer.</a:t>
            </a:r>
          </a:p>
          <a:p>
            <a:endParaRPr lang="en-IN" dirty="0"/>
          </a:p>
          <a:p>
            <a:r>
              <a:rPr lang="en-IN" b="1" dirty="0"/>
              <a:t>Example API Endpoints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POST  /Upload 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dirty="0"/>
              <a:t>Upload a PDF or document file to S3.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POST  /chat </a:t>
            </a:r>
            <a:r>
              <a:rPr lang="en-IN" b="1" dirty="0">
                <a:sym typeface="Wingdings" panose="05000000000000000000" pitchFamily="2" charset="2"/>
              </a:rPr>
              <a:t>  </a:t>
            </a:r>
            <a:r>
              <a:rPr lang="en-IN" dirty="0"/>
              <a:t>Send a user question and receive an answer grounded in the uploaded document context.</a:t>
            </a:r>
          </a:p>
          <a:p>
            <a:endParaRPr lang="en-IN" dirty="0"/>
          </a:p>
          <a:p>
            <a:r>
              <a:rPr lang="en-IN" b="1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USE_MOCK=true </a:t>
            </a:r>
            <a:r>
              <a:rPr lang="en-IN" dirty="0"/>
              <a:t>is useful for local testing without AWS Bedrock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current implementation uses a simple in-memory FAISS index for the local vector search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In production, you would typically persist the vector index and document metadata separately.</a:t>
            </a:r>
          </a:p>
        </p:txBody>
      </p:sp>
    </p:spTree>
    <p:extLst>
      <p:ext uri="{BB962C8B-B14F-4D97-AF65-F5344CB8AC3E}">
        <p14:creationId xmlns:p14="http://schemas.microsoft.com/office/powerpoint/2010/main" val="91703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633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Navathej Annam</dc:creator>
  <cp:lastModifiedBy>Navathej Annam</cp:lastModifiedBy>
  <cp:revision>2</cp:revision>
  <dcterms:created xsi:type="dcterms:W3CDTF">2026-07-17T02:32:19Z</dcterms:created>
  <dcterms:modified xsi:type="dcterms:W3CDTF">2026-07-17T03:22:48Z</dcterms:modified>
</cp:coreProperties>
</file>